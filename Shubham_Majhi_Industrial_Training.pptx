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8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5788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yourself, goals: explain roles of HTML/CSS/JS and build a small demo by the end of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expected takeaways and the format (theory + demos + exercise).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a short picture of requests, responses and how browsers render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a simple HTML page. Explain tree structure and semantic importance.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quick examples and talk about when to use which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accessibility and SEO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styles are attached (inline, internal, external) and specificity.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when to use Flexbox vs Grid and simple responsive tips.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a small style change live in the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JS role and safety (avoid blocking main thread).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sample: toggle a theme or simple form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317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023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64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322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429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32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26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18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834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23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013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25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HTML, CSS &amp; JavaScript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Industrial Training — Introduction to Web Development</a:t>
            </a:r>
          </a:p>
          <a:p>
            <a:r>
              <a:rPr lang="en-IN" dirty="0"/>
              <a:t>By Shubham Majhi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Understand structure (HTML)</a:t>
            </a:r>
          </a:p>
          <a:p>
            <a:r>
              <a:rPr sz="2400" dirty="0"/>
              <a:t>Style and layout with CSS</a:t>
            </a:r>
          </a:p>
          <a:p>
            <a:r>
              <a:rPr sz="2400" dirty="0"/>
              <a:t>Behavior and interactivity with JavaScript</a:t>
            </a:r>
          </a:p>
          <a:p>
            <a:r>
              <a:rPr sz="2400" dirty="0"/>
              <a:t>Hands-on mini project and resources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Web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Browser, Server, HTTP</a:t>
            </a:r>
          </a:p>
          <a:p>
            <a:r>
              <a:rPr sz="2400" dirty="0"/>
              <a:t>HTML = structure</a:t>
            </a:r>
          </a:p>
          <a:p>
            <a:r>
              <a:rPr sz="2400" dirty="0"/>
              <a:t>CSS = presentation</a:t>
            </a:r>
          </a:p>
          <a:p>
            <a:r>
              <a:rPr sz="2400" dirty="0"/>
              <a:t>JS = behavior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Tags and elements</a:t>
            </a:r>
          </a:p>
          <a:p>
            <a:r>
              <a:rPr sz="2400" dirty="0"/>
              <a:t>Document structure: doctype, html, head, body</a:t>
            </a:r>
          </a:p>
          <a:p>
            <a:r>
              <a:rPr sz="2400" dirty="0"/>
              <a:t>Attributes and semantic tags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1" y="3457135"/>
            <a:ext cx="73152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nsolas"/>
              </a:defRPr>
            </a:pPr>
            <a:r>
              <a:rPr sz="2000" dirty="0"/>
              <a:t>&lt;!DOCTYPE html&gt;</a:t>
            </a:r>
            <a:br>
              <a:rPr sz="2000" dirty="0"/>
            </a:br>
            <a:r>
              <a:rPr sz="2000" dirty="0"/>
              <a:t>&lt;html&gt;</a:t>
            </a:r>
            <a:br>
              <a:rPr sz="2000" dirty="0"/>
            </a:br>
            <a:r>
              <a:rPr sz="2000" dirty="0"/>
              <a:t>  &lt;head&gt;</a:t>
            </a:r>
            <a:br>
              <a:rPr sz="2000" dirty="0"/>
            </a:br>
            <a:r>
              <a:rPr sz="2000" dirty="0"/>
              <a:t>    &lt;title&gt;My Page&lt;/title&gt;</a:t>
            </a:r>
            <a:br>
              <a:rPr sz="2000" dirty="0"/>
            </a:br>
            <a:r>
              <a:rPr sz="2000" dirty="0"/>
              <a:t>  &lt;/head&gt;</a:t>
            </a:r>
            <a:br>
              <a:rPr sz="2000" dirty="0"/>
            </a:br>
            <a:r>
              <a:rPr sz="2000" dirty="0"/>
              <a:t>  &lt;body&gt;</a:t>
            </a:r>
            <a:br>
              <a:rPr sz="2000" dirty="0"/>
            </a:br>
            <a:r>
              <a:rPr sz="2000" dirty="0"/>
              <a:t>    &lt;h1&gt;Hello World&lt;/h1&gt;</a:t>
            </a:r>
            <a:br>
              <a:rPr sz="2000" dirty="0"/>
            </a:br>
            <a:r>
              <a:rPr sz="2000" dirty="0"/>
              <a:t>  &lt;/body&gt;</a:t>
            </a:r>
            <a:br>
              <a:rPr sz="2000" dirty="0"/>
            </a:br>
            <a:r>
              <a:rPr sz="2000" dirty="0"/>
              <a:t>&lt;/html&gt;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HTML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Headings, paragraphs, links, images</a:t>
            </a:r>
          </a:p>
          <a:p>
            <a:r>
              <a:rPr sz="2400" dirty="0"/>
              <a:t>Lists and tables</a:t>
            </a:r>
          </a:p>
          <a:p>
            <a:r>
              <a:rPr sz="2400" dirty="0"/>
              <a:t>Forms and inputs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Best Practices &amp; Accessibility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Use semantic tags</a:t>
            </a:r>
          </a:p>
          <a:p>
            <a:r>
              <a:rPr sz="2400" dirty="0"/>
              <a:t>Provide alt text for images</a:t>
            </a:r>
          </a:p>
          <a:p>
            <a:r>
              <a:rPr sz="2400" dirty="0"/>
              <a:t>Proper heading order &amp; keyboard accessibility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Selectors &amp; properties</a:t>
            </a:r>
          </a:p>
          <a:p>
            <a:r>
              <a:rPr sz="2400" dirty="0"/>
              <a:t>Cascade &amp; specificity</a:t>
            </a:r>
          </a:p>
          <a:p>
            <a:r>
              <a:rPr sz="2400" dirty="0"/>
              <a:t>Box model (margin/border/padding/content)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3566160"/>
            <a:ext cx="7315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nsolas"/>
              </a:defRPr>
            </a:pPr>
            <a:r>
              <a:rPr sz="2000" dirty="0"/>
              <a:t>h1 {</a:t>
            </a:r>
            <a:br>
              <a:rPr sz="2000" dirty="0"/>
            </a:br>
            <a:r>
              <a:rPr sz="2000" dirty="0"/>
              <a:t>  color: #2b8a3e;</a:t>
            </a:r>
            <a:br>
              <a:rPr sz="2000" dirty="0"/>
            </a:br>
            <a:r>
              <a:rPr sz="2000" dirty="0"/>
              <a:t>  font-family: Arial, sans-serif;</a:t>
            </a:r>
            <a:br>
              <a:rPr sz="2000" dirty="0"/>
            </a:br>
            <a:r>
              <a:rPr sz="2000" dirty="0"/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Float (legacy)</a:t>
            </a:r>
          </a:p>
          <a:p>
            <a:r>
              <a:rPr sz="2400" dirty="0"/>
              <a:t>Flexbox: one-dimensional layouts</a:t>
            </a:r>
          </a:p>
          <a:p>
            <a:r>
              <a:rPr sz="2400" dirty="0"/>
              <a:t>Grid: two-dimensional layouts</a:t>
            </a:r>
          </a:p>
          <a:p>
            <a:r>
              <a:rPr sz="2400" dirty="0"/>
              <a:t>Responsive: media queries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Styling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Typography and spacing</a:t>
            </a:r>
          </a:p>
          <a:p>
            <a:r>
              <a:rPr sz="2400" dirty="0"/>
              <a:t>Colors and themes</a:t>
            </a:r>
          </a:p>
          <a:p>
            <a:r>
              <a:rPr sz="2400" dirty="0"/>
              <a:t>Hover/focus states and transitions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Variables, functions, events</a:t>
            </a:r>
          </a:p>
          <a:p>
            <a:r>
              <a:rPr sz="2400" dirty="0"/>
              <a:t>DOM: query and manipulate nodes</a:t>
            </a:r>
          </a:p>
          <a:p>
            <a:r>
              <a:rPr sz="2400" dirty="0"/>
              <a:t>Use JS to respond to user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3566160"/>
            <a:ext cx="7315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nsolas"/>
              </a:defRPr>
            </a:pPr>
            <a:r>
              <a:rPr sz="2000" dirty="0" err="1"/>
              <a:t>document.getElementById</a:t>
            </a:r>
            <a:r>
              <a:rPr sz="2000" dirty="0"/>
              <a:t>('</a:t>
            </a:r>
            <a:r>
              <a:rPr sz="2000" dirty="0" err="1"/>
              <a:t>btn</a:t>
            </a:r>
            <a:r>
              <a:rPr sz="2000" dirty="0"/>
              <a:t>').</a:t>
            </a:r>
            <a:r>
              <a:rPr sz="2000" dirty="0" err="1"/>
              <a:t>addEventListener</a:t>
            </a:r>
            <a:r>
              <a:rPr sz="2000" dirty="0"/>
              <a:t>('click', () =&gt; {</a:t>
            </a:r>
            <a:br>
              <a:rPr sz="2000" dirty="0"/>
            </a:br>
            <a:r>
              <a:rPr sz="2000" dirty="0"/>
              <a:t>  alert('Clicked!');</a:t>
            </a:r>
            <a:br>
              <a:rPr sz="2000" dirty="0"/>
            </a:br>
            <a:r>
              <a:rPr sz="2000" dirty="0"/>
              <a:t>});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DOM &amp;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Selecting elements</a:t>
            </a:r>
          </a:p>
          <a:p>
            <a:r>
              <a:rPr sz="2400" dirty="0"/>
              <a:t>Modifying content and attributes</a:t>
            </a:r>
          </a:p>
          <a:p>
            <a:r>
              <a:rPr sz="2400" dirty="0"/>
              <a:t>Handling events like click/submit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12</TotalTime>
  <Words>432</Words>
  <Application>Microsoft Office PowerPoint</Application>
  <PresentationFormat>On-screen Show (4:3)</PresentationFormat>
  <Paragraphs>60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Corbel</vt:lpstr>
      <vt:lpstr>Basis</vt:lpstr>
      <vt:lpstr>HTML, CSS &amp; JavaScript</vt:lpstr>
      <vt:lpstr>Training Objectives</vt:lpstr>
      <vt:lpstr>How the Web Works</vt:lpstr>
      <vt:lpstr>Introduction to HTML</vt:lpstr>
      <vt:lpstr>Common HTML Elements</vt:lpstr>
      <vt:lpstr>HTML Best Practices &amp; Accessibility</vt:lpstr>
      <vt:lpstr>Introduction to CSS</vt:lpstr>
      <vt:lpstr>Layout Techniques</vt:lpstr>
      <vt:lpstr>Styling Examples</vt:lpstr>
      <vt:lpstr>Introduction to JavaScript</vt:lpstr>
      <vt:lpstr>DOM &amp; Events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Shubham Majhi</cp:lastModifiedBy>
  <cp:revision>3</cp:revision>
  <dcterms:created xsi:type="dcterms:W3CDTF">2013-01-27T09:14:16Z</dcterms:created>
  <dcterms:modified xsi:type="dcterms:W3CDTF">2025-12-24T10:23:16Z</dcterms:modified>
  <cp:category/>
</cp:coreProperties>
</file>